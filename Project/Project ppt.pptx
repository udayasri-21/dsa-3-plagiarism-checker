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BHI UDAYASRI" userId="7ed473fd0abcda9e" providerId="LiveId" clId="{7D4448C9-529E-4721-8EB1-274C35D7D4BD}"/>
    <pc:docChg chg="delSld modSld">
      <pc:chgData name="SURABHI UDAYASRI" userId="7ed473fd0abcda9e" providerId="LiveId" clId="{7D4448C9-529E-4721-8EB1-274C35D7D4BD}" dt="2026-09-20T07:49:43.827" v="2" actId="1036"/>
      <pc:docMkLst>
        <pc:docMk/>
      </pc:docMkLst>
      <pc:sldChg chg="modSp mod">
        <pc:chgData name="SURABHI UDAYASRI" userId="7ed473fd0abcda9e" providerId="LiveId" clId="{7D4448C9-529E-4721-8EB1-274C35D7D4BD}" dt="2026-09-20T07:49:43.827" v="2" actId="1036"/>
        <pc:sldMkLst>
          <pc:docMk/>
          <pc:sldMk cId="0" sldId="256"/>
        </pc:sldMkLst>
        <pc:spChg chg="mod">
          <ac:chgData name="SURABHI UDAYASRI" userId="7ed473fd0abcda9e" providerId="LiveId" clId="{7D4448C9-529E-4721-8EB1-274C35D7D4BD}" dt="2026-09-20T07:49:43.827" v="2" actId="103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paragraph text_1 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1219200" y="2590800"/>
            <a:ext cx="97536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1219200" y="3352800"/>
            <a:ext cx="97536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028"/>
            <a:ext cx="12188952" cy="6858000"/>
          </a:xfrm>
          <a:prstGeom prst="rect">
            <a:avLst/>
          </a:prstGeom>
          <a:solidFill>
            <a:srgbClr val="1A2A52"/>
          </a:solidFill>
        </p:spPr>
      </p:sp>
      <p:sp>
        <p:nvSpPr>
          <p:cNvPr id="5" name="Shape 3"/>
          <p:cNvSpPr/>
          <p:nvPr/>
        </p:nvSpPr>
        <p:spPr>
          <a:xfrm>
            <a:off x="0" y="5806440"/>
            <a:ext cx="12188952" cy="54864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 txBox="1"/>
          <p:nvPr/>
        </p:nvSpPr>
        <p:spPr>
          <a:xfrm>
            <a:off x="640080" y="8412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9B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and Algorithms – 3  |  25CS2103E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99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B5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Short Documents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7033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1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DSA-based approach to detecting copied content using arrays, strings, hashing and searching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7863840" cy="1691640"/>
          </a:xfrm>
          <a:prstGeom prst="roundRect">
            <a:avLst>
              <a:gd name="adj" fmla="val 4324"/>
            </a:avLst>
          </a:prstGeom>
          <a:solidFill>
            <a:srgbClr val="101B38"/>
          </a:solidFill>
          <a:ln w="12700">
            <a:solidFill>
              <a:srgbClr val="2C3B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7548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06  •  Section 12
</a:t>
            </a:r>
            <a:r>
              <a:rPr lang="en-US" sz="1200" dirty="0">
                <a:solidFill>
                  <a:srgbClr val="D7D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Surabhi Udayasri  (2520090003)
Bushetty Akshitha  (2520090014)
</a:t>
            </a:r>
            <a:r>
              <a:rPr lang="en-US" sz="1150" i="1" dirty="0">
                <a:solidFill>
                  <a:srgbClr val="9AA6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Ms. K. Chandusha, Asst. Prof, CS&amp;IT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9B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A.Y. 2026–2027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6949440" cy="4434840"/>
          </a:xfrm>
          <a:prstGeom prst="roundRect">
            <a:avLst>
              <a:gd name="adj" fmla="val 1237"/>
            </a:avLst>
          </a:prstGeom>
          <a:solidFill>
            <a:srgbClr val="F4F5FA"/>
          </a:solidFill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0" cy="3977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Plagiarism — copying another person's work without giving proper credit — is a persistent problem across schools, colleges, and publishing. Manual review of assignments, reports, and essays is slow and often inconsistent.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builds a Word-Level Plagiarism Checker for short documents. It compares a submitted document against a set of reference documents, matches words and phrases, computes a similarity percentage, and reports which source document the matched content came from.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is built entirely on core Data Structures and Algorithms — arrays, strings, hashing, and searching — keeping it simple, fast, and easy to use for teachers, editors, and publishers.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26680" y="173736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55280" y="18470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B4B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1214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document + reference corpus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26680" y="2852928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955280" y="29626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B4B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TECHNIQUE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236976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hashing &amp; matching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26680" y="3968496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40782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B4B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352544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% + matched source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26680" y="5084064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955280" y="519379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B4B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DSA USED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546811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Arrays, Strings, Hashing, Searching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sp>
        <p:nvSpPr>
          <p:cNvPr id="5" name="Text 3"/>
          <p:cNvSpPr txBox="1"/>
          <p:nvPr/>
        </p:nvSpPr>
        <p:spPr>
          <a:xfrm>
            <a:off x="548640" y="1536192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and publishing environments generate large volumes of written work, making originality difficult to verify by hand. A lightweight, algorithmic checker can flag copied content quickly, before manual review even begins.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76200" dist="25400" dir="5400000" algn="bl" rotWithShape="0">
              <a:srgbClr val="1A2A5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328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3512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comparing a submission against multiple reference documents is time-consuming and error-prone, especially as document collections grow.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76200" dist="25400" dir="5400000" algn="bl" rotWithShape="0">
              <a:srgbClr val="1A2A5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25328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53512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detect word- and phrase-level overlap between a submitted document and a reference set, and quantify it as a similarity score.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76200" dist="25400" dir="5400000" algn="bl" rotWithShape="0">
              <a:srgbClr val="1A2A5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72744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Approach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48072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 text into words, index reference content using hashing for O(1) average lookup, and search for matches efficiently.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45262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76200" dist="25400" dir="5400000" algn="bl" rotWithShape="0">
              <a:srgbClr val="1A2A52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37960" y="472744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5148072"/>
            <a:ext cx="480060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checking assignments, editors verifying manuscripts, and publishers screening submissions for originality.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/ Approach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Technique Used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Turnitin / commercial checkers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Large-scale corpus matching, fingerprinting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Closed-source, heavy infrastructure, costly for small use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MOSS (Measure of Software Similarity)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String tiling for code similarity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 for source code, not natural-language text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Cosine similarity / TF-IDF methods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Vector-space document comparison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Treats text as a bag of words; ignores word order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N-gram fingerprinting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Hashing overlapping word sequences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Sensitive to n-gram size; can miss single-word matches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Rabin–Karp style string matching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Rolling hash for substring search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Efficient for exact matches, weaker on paraphrased text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identified: most existing tools are either too heavy for short documents or optimized for code, not word-level natural-language comparison — motivating a lightweight, hashing-based word checker.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sp>
        <p:nvSpPr>
          <p:cNvPr id="5" name="Shape 3"/>
          <p:cNvSpPr/>
          <p:nvPr/>
        </p:nvSpPr>
        <p:spPr>
          <a:xfrm>
            <a:off x="548640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4B4B9E"/>
          </a:solidFill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Documents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the submitted document and the reference document collection as raw text.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1920240"/>
            <a:ext cx="502920" cy="50292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2" name="Text 10"/>
          <p:cNvSpPr txBox="1"/>
          <p:nvPr/>
        </p:nvSpPr>
        <p:spPr>
          <a:xfrm>
            <a:off x="4599432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260604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text, convert to lowercase, remove punctuation, and tokenize into individual words using arrays/strings.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4592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1920240"/>
            <a:ext cx="502920" cy="502920"/>
          </a:xfrm>
          <a:prstGeom prst="ellipse">
            <a:avLst/>
          </a:prstGeom>
          <a:solidFill>
            <a:srgbClr val="4B4B9E"/>
          </a:solidFill>
        </p:spPr>
      </p:sp>
      <p:sp>
        <p:nvSpPr>
          <p:cNvPr id="17" name="Text 15"/>
          <p:cNvSpPr txBox="1"/>
          <p:nvPr/>
        </p:nvSpPr>
        <p:spPr>
          <a:xfrm>
            <a:off x="8375904" y="1920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15984" y="19202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Indexing (Hashing)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60604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hash table mapping each reference word (and its position/source) for fast average O(1) lookup.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2" name="Text 20"/>
          <p:cNvSpPr txBox="1"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343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Word-by-Word Matching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2920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each word of the submitted document against the hash table to detect exact matches.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406908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343400"/>
            <a:ext cx="502920" cy="502920"/>
          </a:xfrm>
          <a:prstGeom prst="ellipse">
            <a:avLst/>
          </a:prstGeom>
          <a:solidFill>
            <a:srgbClr val="4B4B9E"/>
          </a:solidFill>
        </p:spPr>
      </p:sp>
      <p:sp>
        <p:nvSpPr>
          <p:cNvPr id="27" name="Text 25"/>
          <p:cNvSpPr txBox="1"/>
          <p:nvPr/>
        </p:nvSpPr>
        <p:spPr>
          <a:xfrm>
            <a:off x="4599432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4343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Calculation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99432" y="502920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the percentage of matched words over total words to score overall similarity.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4069080"/>
            <a:ext cx="35204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63500" dist="25400" dir="5400000" algn="bl" rotWithShape="0">
              <a:srgbClr val="1A2A52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5904" y="4343400"/>
            <a:ext cx="502920" cy="50292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2" name="Text 30"/>
          <p:cNvSpPr txBox="1"/>
          <p:nvPr/>
        </p:nvSpPr>
        <p:spPr>
          <a:xfrm>
            <a:off x="8375904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43434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75904" y="5029200"/>
            <a:ext cx="297180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the similarity percentage and identify which reference document the matches came from.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Algorithms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A2A52"/>
          </a:solidFill>
        </p:spPr>
      </p:sp>
      <p:sp>
        <p:nvSpPr>
          <p:cNvPr id="6" name="Text 4"/>
          <p:cNvSpPr txBox="1"/>
          <p:nvPr/>
        </p:nvSpPr>
        <p:spPr>
          <a:xfrm>
            <a:off x="868680" y="18928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document text as sequences of words/characters for ordered traversal and indexing.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4B4B9E"/>
          </a:solidFill>
        </p:spPr>
      </p:sp>
      <p:sp>
        <p:nvSpPr>
          <p:cNvPr id="9" name="Text 7"/>
          <p:cNvSpPr txBox="1"/>
          <p:nvPr/>
        </p:nvSpPr>
        <p:spPr>
          <a:xfrm>
            <a:off x="6583680" y="189280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50008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 and manipulate words during tokenization, cleaning, and comparison.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1A2A52"/>
          </a:solidFill>
        </p:spPr>
      </p:sp>
      <p:sp>
        <p:nvSpPr>
          <p:cNvPr id="12" name="Text 10"/>
          <p:cNvSpPr txBox="1"/>
          <p:nvPr/>
        </p:nvSpPr>
        <p:spPr>
          <a:xfrm>
            <a:off x="868680" y="408736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44568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hash table of reference words for near-constant-time lookup during matching.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88620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4B4B9E"/>
          </a:solidFill>
        </p:spPr>
      </p:sp>
      <p:sp>
        <p:nvSpPr>
          <p:cNvPr id="15" name="Text 13"/>
          <p:cNvSpPr txBox="1"/>
          <p:nvPr/>
        </p:nvSpPr>
        <p:spPr>
          <a:xfrm>
            <a:off x="6583680" y="4087368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544568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and hash-based search to locate matching words/phrases across documents.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A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"/>
          </a:xfrm>
          <a:prstGeom prst="rect">
            <a:avLst/>
          </a:prstGeom>
          <a:solidFill>
            <a:srgbClr val="E3E5EE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Specification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Operating System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Windows 10/11, Linux, or macOS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Programming Language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 3.x (or Java, as per implementation choice)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 / Editor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Code / PyCharm / Jupyter Notebook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Libraries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Built-in string, collections (hash table/dict) and file I/O modules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Version Control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Git &amp; GitHub for source management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Documentation Tool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MS Word / Google Docs for reports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Word-Level Plagiarism Checker for Short Documents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360152" y="6492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1043305" y="2605405"/>
            <a:ext cx="9753600" cy="914400"/>
          </a:xfrm>
        </p:spPr>
        <p:txBody>
          <a:bodyPr>
            <a:noAutofit/>
          </a:bodyPr>
          <a:lstStyle/>
          <a:p>
            <a:r>
              <a:rPr lang="en-IN" altLang="en-US" sz="66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f22a6c6f3b915b54dfcacc2dc9678b1972b95d"/>
  <p:tag name="KSO_WM_NEWLAYOUT_ID" val="slide_0e3763c640ea4c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790</Words>
  <Application>Microsoft Office PowerPoint</Application>
  <PresentationFormat>Widescreen</PresentationFormat>
  <Paragraphs>119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SURABHI UDAYASRI</cp:lastModifiedBy>
  <cp:revision>2</cp:revision>
  <dcterms:created xsi:type="dcterms:W3CDTF">2026-08-27T06:51:00Z</dcterms:created>
  <dcterms:modified xsi:type="dcterms:W3CDTF">2026-09-20T07:49:47Z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5FB8FA342B484F50AAEAAC1DC32FF7BC_13</vt:lpwstr>
  </property>
  <property fmtid="{D5CDD505-2E9C-101B-9397-08002B2CF9AE}" pid="3" name="KSOProductBuildVer">
    <vt:lpwstr>1033-12.1.0.28032</vt:lpwstr>
  </property>
</Properties>
</file>